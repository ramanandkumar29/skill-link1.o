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⚡ NEXT-GEN HYPERLOCAL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6217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Skill-Link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AI-Powered Skilled Worker &amp; 15-Min Roadside Emergency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Bridging verified local service professionals, 15-minute emergency roadside mechanics, and everyday citizens through autonomous AI reasoning, multilingual voice UX, and transparent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97280"/>
            <a:ext cx="34747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188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👩‍💼 Priya (Customer / Commuter)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“Stranded with a flat tyre at 9 PM on the highway. Needs 1-tap rapid help without extortion.”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651760"/>
            <a:ext cx="34747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743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🤖 Lexi AI &amp; Sahayak Voice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“Parses Hindi voice queries, searches RAG vector database, and executes autonomous tool dispatches.”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206240"/>
            <a:ext cx="34747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👷‍♂️ Vikram (Verified Pro Mechanic)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“Accepts SOS ticket in 6s, arrives on motorcycle in 12 mins with tools, and earns fair rates with 0% cut.”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Real-World Dilemma: Roadside Emergencies &amp; Service Chaos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👩‍💼 Priya's Crisis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14884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F4444"/>
                </a:solidFill>
              </a:defRPr>
            </a:pPr>
            <a:r>
              <a:t>Avg Wait: 2-4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🚨 Highway Stranding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Vehicle breakdowns, flat tyres, or dead batteries leave commuters stranded on dark highways with zero verified rapid help.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214884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Markup: Up to 300%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💸 Unregulated Pricing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Finding reliable mechanics relies on luck. Unverified contractors demand arbitrary surge pricing and extortionate cash fees.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14884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Exclusion: 65%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🗣️ Language Barrier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Over 65% of Bharat users struggle with typing English search terms, creating high friction without conversational voice 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1828800"/>
            <a:ext cx="214884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Safety Recourse: 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🛡️ Trust Deficit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Lack of background verification, transparent rate cards, authentic peer ratings, or guarantee safeguards creates anxiety.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Skill-Link: The Intelligent Hyperlocal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🤖 Lexi AI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11480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🎯 Unified Marketplace Solution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➔ Dual-Mode Operational Engine: Seamless toggle between scheduled home repairs and emergency SOS.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➔ Voice-First Vernacular UX: Bilingual Hindi and English natural speech interactions powered by Web Speech API.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➔ Lexi Autonomous RAG Agent: Instant worker matchmaking and structured tool calling in under 80ms.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➔ Zero-Middlemen Direct Booking: Connects verified workers directly with customers at 0-5% commission.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6309360" cy="1325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755648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🚨 15-Minute Priority Roadside SOS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Live browser GPS coordinates lock + auto-dispatching mobile mechanics for tyre punctures, dead batteries, and engine stalls with a 15-second ticket auto-lock.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154680"/>
            <a:ext cx="6309360" cy="1325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64408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🛡️ Verified Trust &amp; Fixed Rate Cards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Background-checked professionals, authentic peer ratings, transparent upfront rate cards, and an automatic 7-day post-service guarantee.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663440"/>
            <a:ext cx="6309360" cy="1325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773168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🛠️ Self-Service QuickFix DIY &amp; Brand Directory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Interactive diagnostic trees for guided troubleshooting + verified official toll-free anti-fraud directory for 50+ auto &amp; home appliance brands.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Feature Deep-Dive: 15-Minute Priority On-Road Emergency 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👷‍♂️ Vikram Dispatched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🚨 Highway Emergency Flow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⚡ 1. Geolocation Lock: HTML5 High-Accuracy GPS pins user coordinates on highway bypass in 1.2 seconds.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⚡ 2. Breakdown Triage: User picks issue: Tyre Puncture, Battery Jumpstart, Fuel Delivery, Towing, or Engine Breakdown.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⚡ 3. 15s Auto-Lock Dispatch: System pings top 3 nearest mobile mechanics; first to accept locks the dispatch instantly.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⚡ 4. Live En-Route Tracking: Customer views live ETA countdown and one-tap direct phone coordinate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🏡 Hyperlocal Home Services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Multi-Category Marketplace: Electricians, Plumbers, Carpenters, Painters, AC Technicians, and Appliance Repair.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Verified Worker Profiles: Ratings, verified skill badges, total completed jobs, and verified peer reviews.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Slot &amp; Date Scheduling: Flexible morning/afternoon appointment slots with upfront transparent pricing.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Direct WhatsApp Coordination: Zero middlemen interference with 7-day post-service warranty.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AI &amp; VOICE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Conversational AI: Sahayak Voice &amp; Lexi Autonomous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🎙️ Hindi +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🎙️ Sahayak Multilingual Voice Engine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Zero-Typing UX: Empowers elderly and non-tech-savvy users to speak natural colloquial queries.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Hinglish &amp; Vernacular Parsing: Seamlessly extracts intent from Hindi phrases like 'पंखा ठीक करने वाला चाहिए'.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Interactive Speech Synthesis: Speaks confirmation responses aloud in native natural accents.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Live Waveform Visualizer: Dynamic audio pulse indicators give active listening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🤖 Lexi Autonomous RAG Agent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OpenRouter LLM Reasoning: High-capacity reasoning engine for intent classification and entity slot filling.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RAG Vector Indexing: Indexes rate cards, neighborhood coverage, and safety warranty policies.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Autonomous Function Calling: Directly executes searchWorkers() and bookEmergencyMechanic() backend tools.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Embedded UI Message Cards: Chat returns actionable booking widgets and map buttons directly inside conversation.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ECOSYSTEM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Value-Add Utilities: QuickFix Interactive DIY &amp; Brand Directory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🛡️ Anti-Fraud Directory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🛠️ QuickFix Step-by-Step DIY Assistant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Guided Decision Trees: Self-solve common minor issues (tripping MCBs, leaking taps, AC filter wash).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Prominent Safety Warnings: Mandatory safety check alerts before handling live electrical lines or gas valves.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Tool &amp; Difficulty Checklist: Estimated time, tool requirements, and complexity rating before starting.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1-Tap Pro Escalation: Instant handoff button to assign a nearby technician if the DIY repair is too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📞 50+ Verified Brand Toll-Free Directory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Anti-Fraud Protection: Curated official customer care directory protecting users from fake Google ad scams.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Automotive OEM Support: Maruti Suzuki SOS, Hyundai Roadside, Tata Motors 24x7, Mahindra Emergency.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Appliance Brand Support: Voltas AC Care, Havells, Samsung, LG, Daikin, Godrej, Whirlpool, Crompton.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1-Touch Direct Dialing: Instant click-to-call integration for rapid warranty service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Full-Stack 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⚡ Modern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🎨 Presentation Layer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Next.js 14 App Router: Server-side rendering and client routing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React 18 &amp; TypeScript: Type-safe modular component state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TailwindCSS: Dark glassmorphic responsive design system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Web Speech API: Low-latency client STT and TTS synthesis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⚙️ Backend &amp; API Gateway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Node.js &amp; Express: RESTful endpoints with high concurrency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Mongoose ODM: Strict schema models and GeoJSON 2dsphere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Supabase Auth: Secure phone OTP verification and session token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CORS &amp; Dotenv: Multi-environment security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🧠 AI &amp; Cloud Data Layer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OpenRouter LLM: State-of-the-art agent reasoning and tool calls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Custom RAG Vector Engine: Markdown knowledge chunk cosine search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MongoDB Atlas: Cloud document storage with geo-indexing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Hydration Cache: Optimistic updates and offline synchronization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Priya &amp; Vikram: The Synchronized 5-Step Storyboard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🌟 5-Step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55648"/>
            <a:ext cx="1645920" cy="54864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01. SOS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5564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Priya faces highway flat tyre at 9 PM; taps red SOS button on Skill-Link.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670048"/>
            <a:ext cx="1645920" cy="548640"/>
          </a:xfrm>
          <a:prstGeom prst="roundRect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02. GPS Geo-Query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7004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Lexi AI locks exact GPS coordinates and executes 5km radius query for mobile mechanics.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584448"/>
            <a:ext cx="1645920" cy="548640"/>
          </a:xfrm>
          <a:prstGeom prst="round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03. 15s Auto-Lock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8444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Vikram (1.8km away) receives ticket alert and confirms in 6s; dispatch locks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498848"/>
            <a:ext cx="1645920" cy="54864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04. Rapid On-Site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9884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Vikram arrives on motorcycle in 12 mins with tools, replacing tyre safely at fixed 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413248"/>
            <a:ext cx="1645920" cy="548640"/>
          </a:xfrm>
          <a:prstGeom prst="roundRect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05. Payment &amp;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41324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Priya pays securely via UPI, receives 7-day guarantee invoice, and rates Vikram 5 stars.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Modeling: Schema Design &amp; Geo-Spatial Indexing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🌍 2dsphere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👤 Worker Model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name, phone (Unique)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skills[] (e.g. Mechanic, Electrician)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hourlyRate / calloutFee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rating &amp; totalReviews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isAvailable &amp; isVerified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location: { type: 'Point', coordinates: [lng, lat] }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Index: 2dsphere for geoNear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📅 Booking &amp; SOS Model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bookingId: 'SOS-8921-X'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customerId &amp; workerId (ObjectId refs)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serviceType &amp; mode (HOME / SOS)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urgency: HIGH / MEDIUM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status: Pending / Dispatched / Completed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location: { address, coordinates }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priceLock &amp; paymentStatus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📚 RAG Knowledge Chunk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docTitle: 'Rate Card 2026'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category: 'PRICING_POLICY'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chunkText: 'Standard puncture rate ₹250...'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embeddingVector: [0.012, -0.045, ...]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tags[]: ['mechanic', 'highway', 'delhi']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lastIndexed: ISODate()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Market Differentiation: Why Skill-Link Stands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🏆 Market Leader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FEATURE                               LEGACY PLATFORMS                      SKILL-LINK PLATFORM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Emergency Highway Roadside SOS        ❌ Not Supported (Home-only)           ✅ 15-Min GPS Priority Dispatch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Vernacular Voice AI (Hindi / English) ❌ Complex text forms only             ✅ Sahayak Voice (Zero-typing)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Autonomous AI Agent (RAG + Tools)     ❌ Simple canned FAQ bots              ✅ Lexi AI with real-time tool execution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Interactive DIY Self-Troubleshooting  ❌ None (forces booking)               ✅ QuickFix Step-by-Step Diagnostic Trees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Verified Direct Brand Helplines       ❌ Hidden / ad-driven results          ✅ 50+ Verified Official Toll-Free Directory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Worker Commission Burden              ⚠️ High (20% – 35% commission)        ✅ Fair, Low-Friction (0% – 5% model)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Real-Time Interactive Platform Execution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🎮 Simulation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🚨 Scenario 1: Highway SOS Trigger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Priya reports flat tyre at Km 32 on NH-48.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High-Accuracy GPS pins Lat 28.5355, Lng 77.3910.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Broadcasts to 3 nearest mechanics within 5km.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Vikram accepts in 4.2s; ETA: 11 mins locked.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🎙️ Scenario 2: Sahayak Hindi Voice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User speaks: 'पंखा ठीक करने के लिए इलेक्ट्रीशियन चाहिए'.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Tokenizer extracts intent: { skill: 'Electrician' }.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System matches 4 verified local pros nearby.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Voice responds back with upfront rate card confirmation.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🤖 Scenario 3: Lexi RAG Autonomous Query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User asks: 'Find Electrician under ₹400'.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Cosine vector similarity score: 0.94 on rate doc.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Executes searchWorkers(skill='Electrician', maxPrice=400).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➔ Returns interactive booking UI card inside chat.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⚡ THE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Future Roadmap &amp; Project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1305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✨ Grand Finale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D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🚀 Phase 1: Live WebSocket Map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Turn-by-turn live GPS tracking of dispatched mobile mechanics on interactive maps with sub-second WebSocket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🌐 Phase 2: 8 Indian Languages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Extending Sahayak Voice engine to Marathi, Bengali, Tamil, Telugu, and Kannada with regional dialect acoustic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🚗 Phase 3: IoT OBD-II Telemetry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Direct vehicle dongle telemetry diagnostics to detect battery decay and engine trouble codes before roadside breakdown occurs.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728655" cy="11887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✨ Skill-Link: Empowering Workers • Safeguarding Commuters • Driving AI Inclusion</a:t>
            </a:r>
          </a:p>
          <a:p>
            <a:pPr algn="ctr">
              <a:defRPr sz="1100">
                <a:solidFill>
                  <a:srgbClr val="38BDF8"/>
                </a:solidFill>
              </a:defRPr>
            </a:pPr>
            <a:r>
              <a:t>Thank You! Open for Questions &amp; Live Interactive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